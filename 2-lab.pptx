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81"/>
  </p:normalViewPr>
  <p:slideViewPr>
    <p:cSldViewPr snapToGrid="0">
      <p:cViewPr varScale="1">
        <p:scale>
          <a:sx n="81" d="100"/>
          <a:sy n="81" d="100"/>
        </p:scale>
        <p:origin x="21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BA6-B214-494D-954D-507A3C3B8203}" type="datetimeFigureOut">
              <a:rPr lang="en-HR" smtClean="0"/>
              <a:t>05.05.2026.</a:t>
            </a:fld>
            <a:endParaRPr lang="en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F7D4-FB36-B64C-9B61-30DAB2FBEA9B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31780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95677-AE8F-3C64-2818-EDDF0C3C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2. </a:t>
            </a:r>
            <a:r>
              <a:rPr lang="en-GB" dirty="0" err="1"/>
              <a:t>labos</a:t>
            </a:r>
            <a:br>
              <a:rPr lang="en-GB" dirty="0"/>
            </a:br>
            <a:br>
              <a:rPr lang="en-GB" dirty="0"/>
            </a:br>
            <a:r>
              <a:rPr lang="en-GB" sz="3600" dirty="0" err="1"/>
              <a:t>Wireguard</a:t>
            </a:r>
            <a:r>
              <a:rPr lang="en-GB" sz="3600" dirty="0"/>
              <a:t> </a:t>
            </a:r>
            <a:r>
              <a:rPr lang="en-GB" sz="3600" dirty="0" err="1"/>
              <a:t>vpn</a:t>
            </a:r>
            <a:endParaRPr lang="en-H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654C8F-F495-0AB9-1FAD-D2833F6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9" r="40706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7F5C3151-F034-DFB4-30CF-AE57CCA13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1D740-E006-CC91-8AF2-EB8274501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054" y="0"/>
            <a:ext cx="76489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8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76FB-6E5F-B757-01B9-22750E9A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18743-7919-6277-699A-A6124D629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1583" y="-32602"/>
            <a:ext cx="12233583" cy="68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1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4C4CB-2A54-0512-A147-DCAF857ED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9510" y="-48873"/>
            <a:ext cx="5312979" cy="690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7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06A1C9-4712-4A4A-7379-3A6645A94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14" y="1032641"/>
            <a:ext cx="11732572" cy="479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0827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7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Calisto MT</vt:lpstr>
      <vt:lpstr>Univers Condensed</vt:lpstr>
      <vt:lpstr>ChronicleVTI</vt:lpstr>
      <vt:lpstr>2. labos  Wireguard vpn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Ivošić</dc:creator>
  <cp:lastModifiedBy>Dominik Ivošić</cp:lastModifiedBy>
  <cp:revision>12</cp:revision>
  <dcterms:created xsi:type="dcterms:W3CDTF">2026-03-29T09:52:00Z</dcterms:created>
  <dcterms:modified xsi:type="dcterms:W3CDTF">2026-05-05T11:20:45Z</dcterms:modified>
</cp:coreProperties>
</file>