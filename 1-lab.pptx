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81"/>
  </p:normalViewPr>
  <p:slideViewPr>
    <p:cSldViewPr snapToGrid="0">
      <p:cViewPr varScale="1">
        <p:scale>
          <a:sx n="116" d="100"/>
          <a:sy n="116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82412A-C262-44A5-91D2-FEE5858C36F7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7F5ED6A-442F-4EC7-916F-50ECDBC70870}">
      <dgm:prSet/>
      <dgm:spPr/>
      <dgm:t>
        <a:bodyPr/>
        <a:lstStyle/>
        <a:p>
          <a:r>
            <a:rPr lang="en-US"/>
            <a:t>ssh username@host</a:t>
          </a:r>
        </a:p>
      </dgm:t>
    </dgm:pt>
    <dgm:pt modelId="{08A12E17-3CE7-45F5-B2FA-350D567A879D}" type="parTrans" cxnId="{E47B950E-9E94-458E-95A5-25D56EF1394E}">
      <dgm:prSet/>
      <dgm:spPr/>
      <dgm:t>
        <a:bodyPr/>
        <a:lstStyle/>
        <a:p>
          <a:endParaRPr lang="en-US"/>
        </a:p>
      </dgm:t>
    </dgm:pt>
    <dgm:pt modelId="{56B863FE-0F83-426E-BC69-F60314EF51D4}" type="sibTrans" cxnId="{E47B950E-9E94-458E-95A5-25D56EF1394E}">
      <dgm:prSet/>
      <dgm:spPr/>
      <dgm:t>
        <a:bodyPr/>
        <a:lstStyle/>
        <a:p>
          <a:endParaRPr lang="en-US"/>
        </a:p>
      </dgm:t>
    </dgm:pt>
    <dgm:pt modelId="{D3959C71-12C7-4DB1-8EA6-100FEB30C0C8}">
      <dgm:prSet/>
      <dgm:spPr/>
      <dgm:t>
        <a:bodyPr/>
        <a:lstStyle/>
        <a:p>
          <a:r>
            <a:rPr lang="en-GB"/>
            <a:t>u</a:t>
          </a:r>
          <a:r>
            <a:rPr lang="en-US"/>
            <a:t>sername -&gt; korisnik/user koji se nalazi na računalu/serveru</a:t>
          </a:r>
        </a:p>
      </dgm:t>
    </dgm:pt>
    <dgm:pt modelId="{4BEC71E4-6AFA-4A5B-9AE3-CD12D16EA8EB}" type="parTrans" cxnId="{A82863CF-BAFA-4EC6-ADCD-6AF8BFE75AD1}">
      <dgm:prSet/>
      <dgm:spPr/>
      <dgm:t>
        <a:bodyPr/>
        <a:lstStyle/>
        <a:p>
          <a:endParaRPr lang="en-US"/>
        </a:p>
      </dgm:t>
    </dgm:pt>
    <dgm:pt modelId="{70C5F196-D434-45FB-A8BD-E1C60AAF144E}" type="sibTrans" cxnId="{A82863CF-BAFA-4EC6-ADCD-6AF8BFE75AD1}">
      <dgm:prSet/>
      <dgm:spPr/>
      <dgm:t>
        <a:bodyPr/>
        <a:lstStyle/>
        <a:p>
          <a:endParaRPr lang="en-US"/>
        </a:p>
      </dgm:t>
    </dgm:pt>
    <dgm:pt modelId="{DB36E38A-61DD-4028-A540-EDF29904B1A9}">
      <dgm:prSet/>
      <dgm:spPr/>
      <dgm:t>
        <a:bodyPr/>
        <a:lstStyle/>
        <a:p>
          <a:r>
            <a:rPr lang="en-US" dirty="0"/>
            <a:t>host -&gt; </a:t>
          </a:r>
          <a:r>
            <a:rPr lang="en-US" dirty="0" err="1"/>
            <a:t>npr</a:t>
          </a:r>
          <a:r>
            <a:rPr lang="en-US" dirty="0"/>
            <a:t>. </a:t>
          </a:r>
          <a:r>
            <a:rPr lang="en-GB" dirty="0"/>
            <a:t>I</a:t>
          </a:r>
          <a:r>
            <a:rPr lang="en-US" dirty="0"/>
            <a:t>P </a:t>
          </a:r>
          <a:r>
            <a:rPr lang="en-US" dirty="0" err="1"/>
            <a:t>adresa</a:t>
          </a:r>
          <a:r>
            <a:rPr lang="en-US" dirty="0"/>
            <a:t> </a:t>
          </a:r>
          <a:r>
            <a:rPr lang="en-US" dirty="0" err="1"/>
            <a:t>računala</a:t>
          </a:r>
          <a:r>
            <a:rPr lang="en-US" dirty="0"/>
            <a:t>/</a:t>
          </a:r>
          <a:r>
            <a:rPr lang="en-US" dirty="0" err="1"/>
            <a:t>servera</a:t>
          </a:r>
          <a:endParaRPr lang="en-US" dirty="0"/>
        </a:p>
      </dgm:t>
    </dgm:pt>
    <dgm:pt modelId="{3F2DD555-6B01-4DC1-8B86-BB44AB551678}" type="parTrans" cxnId="{68C18219-C127-46EE-9E32-24575655A448}">
      <dgm:prSet/>
      <dgm:spPr/>
      <dgm:t>
        <a:bodyPr/>
        <a:lstStyle/>
        <a:p>
          <a:endParaRPr lang="en-US"/>
        </a:p>
      </dgm:t>
    </dgm:pt>
    <dgm:pt modelId="{D94CB043-CBDD-47DF-953D-846321EBC55D}" type="sibTrans" cxnId="{68C18219-C127-46EE-9E32-24575655A448}">
      <dgm:prSet/>
      <dgm:spPr/>
      <dgm:t>
        <a:bodyPr/>
        <a:lstStyle/>
        <a:p>
          <a:endParaRPr lang="en-US"/>
        </a:p>
      </dgm:t>
    </dgm:pt>
    <dgm:pt modelId="{A20ED6DD-B0E7-4C0C-B1F6-5BE999BE488E}">
      <dgm:prSet/>
      <dgm:spPr/>
      <dgm:t>
        <a:bodyPr/>
        <a:lstStyle/>
        <a:p>
          <a:r>
            <a:rPr lang="en-GB"/>
            <a:t>ssh korisnik@192.168.1.12</a:t>
          </a:r>
          <a:endParaRPr lang="en-US" dirty="0"/>
        </a:p>
      </dgm:t>
    </dgm:pt>
    <dgm:pt modelId="{5A80B225-D2CA-4667-8A74-B2034AB56289}" type="parTrans" cxnId="{0463EBAA-A2FF-4935-9CAE-66B7D4DB68ED}">
      <dgm:prSet/>
      <dgm:spPr/>
      <dgm:t>
        <a:bodyPr/>
        <a:lstStyle/>
        <a:p>
          <a:endParaRPr lang="en-US"/>
        </a:p>
      </dgm:t>
    </dgm:pt>
    <dgm:pt modelId="{F09ED798-0A77-45FE-8691-DBC22FB193FF}" type="sibTrans" cxnId="{0463EBAA-A2FF-4935-9CAE-66B7D4DB68ED}">
      <dgm:prSet/>
      <dgm:spPr/>
      <dgm:t>
        <a:bodyPr/>
        <a:lstStyle/>
        <a:p>
          <a:endParaRPr lang="en-US"/>
        </a:p>
      </dgm:t>
    </dgm:pt>
    <dgm:pt modelId="{D0A4E551-C178-894B-ACAD-3F344EAA87DC}" type="pres">
      <dgm:prSet presAssocID="{BF82412A-C262-44A5-91D2-FEE5858C36F7}" presName="Name0" presStyleCnt="0">
        <dgm:presLayoutVars>
          <dgm:dir/>
          <dgm:animLvl val="lvl"/>
          <dgm:resizeHandles val="exact"/>
        </dgm:presLayoutVars>
      </dgm:prSet>
      <dgm:spPr/>
    </dgm:pt>
    <dgm:pt modelId="{DD88C0FE-33DC-D54B-BC78-593497F948DE}" type="pres">
      <dgm:prSet presAssocID="{A20ED6DD-B0E7-4C0C-B1F6-5BE999BE488E}" presName="boxAndChildren" presStyleCnt="0"/>
      <dgm:spPr/>
    </dgm:pt>
    <dgm:pt modelId="{DC48CBD0-C726-5840-A6E9-8C50B20A8CDB}" type="pres">
      <dgm:prSet presAssocID="{A20ED6DD-B0E7-4C0C-B1F6-5BE999BE488E}" presName="parentTextBox" presStyleLbl="node1" presStyleIdx="0" presStyleCnt="2"/>
      <dgm:spPr/>
    </dgm:pt>
    <dgm:pt modelId="{D18CFEA0-7661-174A-A454-905FB2BE2B88}" type="pres">
      <dgm:prSet presAssocID="{56B863FE-0F83-426E-BC69-F60314EF51D4}" presName="sp" presStyleCnt="0"/>
      <dgm:spPr/>
    </dgm:pt>
    <dgm:pt modelId="{6D2AA03D-A987-2A43-A792-D7A9794721B5}" type="pres">
      <dgm:prSet presAssocID="{A7F5ED6A-442F-4EC7-916F-50ECDBC70870}" presName="arrowAndChildren" presStyleCnt="0"/>
      <dgm:spPr/>
    </dgm:pt>
    <dgm:pt modelId="{58DF014E-A7AF-1B49-AF6C-0192060C8518}" type="pres">
      <dgm:prSet presAssocID="{A7F5ED6A-442F-4EC7-916F-50ECDBC70870}" presName="parentTextArrow" presStyleLbl="node1" presStyleIdx="0" presStyleCnt="2"/>
      <dgm:spPr/>
    </dgm:pt>
    <dgm:pt modelId="{7DD858E0-2168-D148-AD14-30DADC7E1011}" type="pres">
      <dgm:prSet presAssocID="{A7F5ED6A-442F-4EC7-916F-50ECDBC70870}" presName="arrow" presStyleLbl="node1" presStyleIdx="1" presStyleCnt="2"/>
      <dgm:spPr/>
    </dgm:pt>
    <dgm:pt modelId="{3600C6FA-A9D8-7048-BCE7-A1BFB046882D}" type="pres">
      <dgm:prSet presAssocID="{A7F5ED6A-442F-4EC7-916F-50ECDBC70870}" presName="descendantArrow" presStyleCnt="0"/>
      <dgm:spPr/>
    </dgm:pt>
    <dgm:pt modelId="{5DEC042B-8C0A-A141-93B2-3A986EDEF491}" type="pres">
      <dgm:prSet presAssocID="{D3959C71-12C7-4DB1-8EA6-100FEB30C0C8}" presName="childTextArrow" presStyleLbl="fgAccFollowNode1" presStyleIdx="0" presStyleCnt="2">
        <dgm:presLayoutVars>
          <dgm:bulletEnabled val="1"/>
        </dgm:presLayoutVars>
      </dgm:prSet>
      <dgm:spPr/>
    </dgm:pt>
    <dgm:pt modelId="{8EA10EE7-48F8-DA48-8F74-21C587C0B6EC}" type="pres">
      <dgm:prSet presAssocID="{DB36E38A-61DD-4028-A540-EDF29904B1A9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E47B950E-9E94-458E-95A5-25D56EF1394E}" srcId="{BF82412A-C262-44A5-91D2-FEE5858C36F7}" destId="{A7F5ED6A-442F-4EC7-916F-50ECDBC70870}" srcOrd="0" destOrd="0" parTransId="{08A12E17-3CE7-45F5-B2FA-350D567A879D}" sibTransId="{56B863FE-0F83-426E-BC69-F60314EF51D4}"/>
    <dgm:cxn modelId="{68C18219-C127-46EE-9E32-24575655A448}" srcId="{A7F5ED6A-442F-4EC7-916F-50ECDBC70870}" destId="{DB36E38A-61DD-4028-A540-EDF29904B1A9}" srcOrd="1" destOrd="0" parTransId="{3F2DD555-6B01-4DC1-8B86-BB44AB551678}" sibTransId="{D94CB043-CBDD-47DF-953D-846321EBC55D}"/>
    <dgm:cxn modelId="{E2433626-E934-0B4A-A96F-EA42F9CB961C}" type="presOf" srcId="{A7F5ED6A-442F-4EC7-916F-50ECDBC70870}" destId="{58DF014E-A7AF-1B49-AF6C-0192060C8518}" srcOrd="0" destOrd="0" presId="urn:microsoft.com/office/officeart/2005/8/layout/process4"/>
    <dgm:cxn modelId="{6D28292D-2DBA-C845-A43F-9391B6C75155}" type="presOf" srcId="{DB36E38A-61DD-4028-A540-EDF29904B1A9}" destId="{8EA10EE7-48F8-DA48-8F74-21C587C0B6EC}" srcOrd="0" destOrd="0" presId="urn:microsoft.com/office/officeart/2005/8/layout/process4"/>
    <dgm:cxn modelId="{E4286133-710E-9643-AE9D-D8E3BC50049C}" type="presOf" srcId="{A7F5ED6A-442F-4EC7-916F-50ECDBC70870}" destId="{7DD858E0-2168-D148-AD14-30DADC7E1011}" srcOrd="1" destOrd="0" presId="urn:microsoft.com/office/officeart/2005/8/layout/process4"/>
    <dgm:cxn modelId="{8230DF5C-BE4D-3D46-8873-BFB22FDC0C0C}" type="presOf" srcId="{D3959C71-12C7-4DB1-8EA6-100FEB30C0C8}" destId="{5DEC042B-8C0A-A141-93B2-3A986EDEF491}" srcOrd="0" destOrd="0" presId="urn:microsoft.com/office/officeart/2005/8/layout/process4"/>
    <dgm:cxn modelId="{A84FDEA5-83F4-4F44-91DA-99FB159325B4}" type="presOf" srcId="{BF82412A-C262-44A5-91D2-FEE5858C36F7}" destId="{D0A4E551-C178-894B-ACAD-3F344EAA87DC}" srcOrd="0" destOrd="0" presId="urn:microsoft.com/office/officeart/2005/8/layout/process4"/>
    <dgm:cxn modelId="{0463EBAA-A2FF-4935-9CAE-66B7D4DB68ED}" srcId="{BF82412A-C262-44A5-91D2-FEE5858C36F7}" destId="{A20ED6DD-B0E7-4C0C-B1F6-5BE999BE488E}" srcOrd="1" destOrd="0" parTransId="{5A80B225-D2CA-4667-8A74-B2034AB56289}" sibTransId="{F09ED798-0A77-45FE-8691-DBC22FB193FF}"/>
    <dgm:cxn modelId="{E087EBC0-6F38-0D44-B997-DABD09EDE6AD}" type="presOf" srcId="{A20ED6DD-B0E7-4C0C-B1F6-5BE999BE488E}" destId="{DC48CBD0-C726-5840-A6E9-8C50B20A8CDB}" srcOrd="0" destOrd="0" presId="urn:microsoft.com/office/officeart/2005/8/layout/process4"/>
    <dgm:cxn modelId="{A82863CF-BAFA-4EC6-ADCD-6AF8BFE75AD1}" srcId="{A7F5ED6A-442F-4EC7-916F-50ECDBC70870}" destId="{D3959C71-12C7-4DB1-8EA6-100FEB30C0C8}" srcOrd="0" destOrd="0" parTransId="{4BEC71E4-6AFA-4A5B-9AE3-CD12D16EA8EB}" sibTransId="{70C5F196-D434-45FB-A8BD-E1C60AAF144E}"/>
    <dgm:cxn modelId="{AF1DE134-01DA-2641-8B6C-FAE39CC55807}" type="presParOf" srcId="{D0A4E551-C178-894B-ACAD-3F344EAA87DC}" destId="{DD88C0FE-33DC-D54B-BC78-593497F948DE}" srcOrd="0" destOrd="0" presId="urn:microsoft.com/office/officeart/2005/8/layout/process4"/>
    <dgm:cxn modelId="{367BD5B1-31DC-A143-971E-D3EB2637050D}" type="presParOf" srcId="{DD88C0FE-33DC-D54B-BC78-593497F948DE}" destId="{DC48CBD0-C726-5840-A6E9-8C50B20A8CDB}" srcOrd="0" destOrd="0" presId="urn:microsoft.com/office/officeart/2005/8/layout/process4"/>
    <dgm:cxn modelId="{62780092-2D53-6E44-ACB7-EA004891CE3E}" type="presParOf" srcId="{D0A4E551-C178-894B-ACAD-3F344EAA87DC}" destId="{D18CFEA0-7661-174A-A454-905FB2BE2B88}" srcOrd="1" destOrd="0" presId="urn:microsoft.com/office/officeart/2005/8/layout/process4"/>
    <dgm:cxn modelId="{D319D4ED-2410-FE4C-BEB0-727FA765FEEB}" type="presParOf" srcId="{D0A4E551-C178-894B-ACAD-3F344EAA87DC}" destId="{6D2AA03D-A987-2A43-A792-D7A9794721B5}" srcOrd="2" destOrd="0" presId="urn:microsoft.com/office/officeart/2005/8/layout/process4"/>
    <dgm:cxn modelId="{CC678605-2A37-6744-B596-D88F8738CC59}" type="presParOf" srcId="{6D2AA03D-A987-2A43-A792-D7A9794721B5}" destId="{58DF014E-A7AF-1B49-AF6C-0192060C8518}" srcOrd="0" destOrd="0" presId="urn:microsoft.com/office/officeart/2005/8/layout/process4"/>
    <dgm:cxn modelId="{6971DEAE-CA06-1744-A6F9-DF2956E11D38}" type="presParOf" srcId="{6D2AA03D-A987-2A43-A792-D7A9794721B5}" destId="{7DD858E0-2168-D148-AD14-30DADC7E1011}" srcOrd="1" destOrd="0" presId="urn:microsoft.com/office/officeart/2005/8/layout/process4"/>
    <dgm:cxn modelId="{203683E6-8622-254C-8680-93531BC47169}" type="presParOf" srcId="{6D2AA03D-A987-2A43-A792-D7A9794721B5}" destId="{3600C6FA-A9D8-7048-BCE7-A1BFB046882D}" srcOrd="2" destOrd="0" presId="urn:microsoft.com/office/officeart/2005/8/layout/process4"/>
    <dgm:cxn modelId="{36DA0FEB-76DE-BD40-A72E-B0F5A7462025}" type="presParOf" srcId="{3600C6FA-A9D8-7048-BCE7-A1BFB046882D}" destId="{5DEC042B-8C0A-A141-93B2-3A986EDEF491}" srcOrd="0" destOrd="0" presId="urn:microsoft.com/office/officeart/2005/8/layout/process4"/>
    <dgm:cxn modelId="{41177AD1-41B0-3648-B94B-B33D3C13D4AC}" type="presParOf" srcId="{3600C6FA-A9D8-7048-BCE7-A1BFB046882D}" destId="{8EA10EE7-48F8-DA48-8F74-21C587C0B6EC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48CBD0-C726-5840-A6E9-8C50B20A8CDB}">
      <dsp:nvSpPr>
        <dsp:cNvPr id="0" name=""/>
        <dsp:cNvSpPr/>
      </dsp:nvSpPr>
      <dsp:spPr>
        <a:xfrm>
          <a:off x="0" y="2328281"/>
          <a:ext cx="10629899" cy="15276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ssh korisnik@192.168.1.12</a:t>
          </a:r>
          <a:endParaRPr lang="en-US" sz="3000" kern="1200" dirty="0"/>
        </a:p>
      </dsp:txBody>
      <dsp:txXfrm>
        <a:off x="0" y="2328281"/>
        <a:ext cx="10629899" cy="1527604"/>
      </dsp:txXfrm>
    </dsp:sp>
    <dsp:sp modelId="{7DD858E0-2168-D148-AD14-30DADC7E1011}">
      <dsp:nvSpPr>
        <dsp:cNvPr id="0" name=""/>
        <dsp:cNvSpPr/>
      </dsp:nvSpPr>
      <dsp:spPr>
        <a:xfrm rot="10800000">
          <a:off x="0" y="1739"/>
          <a:ext cx="10629899" cy="2349456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ssh username@host</a:t>
          </a:r>
        </a:p>
      </dsp:txBody>
      <dsp:txXfrm rot="-10800000">
        <a:off x="0" y="1739"/>
        <a:ext cx="10629899" cy="824659"/>
      </dsp:txXfrm>
    </dsp:sp>
    <dsp:sp modelId="{5DEC042B-8C0A-A141-93B2-3A986EDEF491}">
      <dsp:nvSpPr>
        <dsp:cNvPr id="0" name=""/>
        <dsp:cNvSpPr/>
      </dsp:nvSpPr>
      <dsp:spPr>
        <a:xfrm>
          <a:off x="0" y="826398"/>
          <a:ext cx="5314950" cy="70248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u</a:t>
          </a:r>
          <a:r>
            <a:rPr lang="en-US" sz="2400" kern="1200"/>
            <a:t>sername -&gt; korisnik/user koji se nalazi na računalu/serveru</a:t>
          </a:r>
        </a:p>
      </dsp:txBody>
      <dsp:txXfrm>
        <a:off x="0" y="826398"/>
        <a:ext cx="5314950" cy="702487"/>
      </dsp:txXfrm>
    </dsp:sp>
    <dsp:sp modelId="{8EA10EE7-48F8-DA48-8F74-21C587C0B6EC}">
      <dsp:nvSpPr>
        <dsp:cNvPr id="0" name=""/>
        <dsp:cNvSpPr/>
      </dsp:nvSpPr>
      <dsp:spPr>
        <a:xfrm>
          <a:off x="5314949" y="826398"/>
          <a:ext cx="5314950" cy="70248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host -&gt; </a:t>
          </a:r>
          <a:r>
            <a:rPr lang="en-US" sz="2400" kern="1200" dirty="0" err="1"/>
            <a:t>npr</a:t>
          </a:r>
          <a:r>
            <a:rPr lang="en-US" sz="2400" kern="1200" dirty="0"/>
            <a:t>. </a:t>
          </a:r>
          <a:r>
            <a:rPr lang="en-GB" sz="2400" kern="1200" dirty="0"/>
            <a:t>I</a:t>
          </a:r>
          <a:r>
            <a:rPr lang="en-US" sz="2400" kern="1200" dirty="0"/>
            <a:t>P </a:t>
          </a:r>
          <a:r>
            <a:rPr lang="en-US" sz="2400" kern="1200" dirty="0" err="1"/>
            <a:t>adresa</a:t>
          </a:r>
          <a:r>
            <a:rPr lang="en-US" sz="2400" kern="1200" dirty="0"/>
            <a:t> </a:t>
          </a:r>
          <a:r>
            <a:rPr lang="en-US" sz="2400" kern="1200" dirty="0" err="1"/>
            <a:t>računala</a:t>
          </a:r>
          <a:r>
            <a:rPr lang="en-US" sz="2400" kern="1200" dirty="0"/>
            <a:t>/</a:t>
          </a:r>
          <a:r>
            <a:rPr lang="en-US" sz="2400" kern="1200" dirty="0" err="1"/>
            <a:t>servera</a:t>
          </a:r>
          <a:endParaRPr lang="en-US" sz="2400" kern="1200" dirty="0"/>
        </a:p>
      </dsp:txBody>
      <dsp:txXfrm>
        <a:off x="5314949" y="826398"/>
        <a:ext cx="5314950" cy="7024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84BA6-B214-494D-954D-507A3C3B8203}" type="datetimeFigureOut">
              <a:rPr lang="en-HR" smtClean="0"/>
              <a:t>20.04.2026.</a:t>
            </a:fld>
            <a:endParaRPr lang="en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DF7D4-FB36-B64C-9B61-30DAB2FBEA9B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317806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DF7D4-FB36-B64C-9B61-30DAB2FBEA9B}" type="slidenum">
              <a:rPr lang="en-HR" smtClean="0"/>
              <a:t>4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147595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3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9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1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2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3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3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00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8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4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3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877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95677-AE8F-3C64-2818-EDDF0C3C7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GB" dirty="0"/>
              <a:t>1. </a:t>
            </a:r>
            <a:r>
              <a:rPr lang="en-GB" dirty="0" err="1"/>
              <a:t>labos</a:t>
            </a:r>
            <a:br>
              <a:rPr lang="en-GB" dirty="0"/>
            </a:br>
            <a:br>
              <a:rPr lang="en-GB" dirty="0"/>
            </a:br>
            <a:r>
              <a:rPr lang="en-GB" sz="3600" dirty="0"/>
              <a:t>secure shell (SSH)</a:t>
            </a:r>
            <a:endParaRPr lang="en-H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0654C8F-F495-0AB9-1FAD-D2833F698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9" r="40706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7F5C3151-F034-DFB4-30CF-AE57CCA13D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0FF35C-B33F-C9CE-71E1-D5DCD0390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0"/>
            <a:ext cx="5186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84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DFD12B-6076-4925-DACE-979347987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44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05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546FF1-EE97-92EA-05CC-E3F6D5E3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HR" dirty="0"/>
              <a:t>Kako koristiti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468590C-DA1C-6D75-E512-CAAB17125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665136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468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FEB23A-6DD6-9DE3-1088-D8DE80AB43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3" b="1358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5410D2-E1BC-CC03-BF06-49B7A4B377CF}"/>
              </a:ext>
            </a:extLst>
          </p:cNvPr>
          <p:cNvCxnSpPr/>
          <p:nvPr/>
        </p:nvCxnSpPr>
        <p:spPr>
          <a:xfrm>
            <a:off x="3289890" y="1261341"/>
            <a:ext cx="32228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61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22269-A42E-4BF4-D210-BA053ACB7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A1A080-C2F3-0DEC-BF68-975FDA69E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695" y="651401"/>
            <a:ext cx="11787305" cy="423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4266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44</Words>
  <Application>Microsoft Macintosh PowerPoint</Application>
  <PresentationFormat>Widescreen</PresentationFormat>
  <Paragraphs>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Calisto MT</vt:lpstr>
      <vt:lpstr>Univers Condensed</vt:lpstr>
      <vt:lpstr>ChronicleVTI</vt:lpstr>
      <vt:lpstr>1. labos  secure shell (SSH)</vt:lpstr>
      <vt:lpstr>PowerPoint Presentation</vt:lpstr>
      <vt:lpstr>Kako koristiti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Ivošić</dc:creator>
  <cp:lastModifiedBy>Dominik Ivošić</cp:lastModifiedBy>
  <cp:revision>11</cp:revision>
  <dcterms:created xsi:type="dcterms:W3CDTF">2026-03-29T09:52:00Z</dcterms:created>
  <dcterms:modified xsi:type="dcterms:W3CDTF">2026-04-20T18:07:48Z</dcterms:modified>
</cp:coreProperties>
</file>