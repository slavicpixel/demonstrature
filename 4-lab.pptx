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60" r:id="rId3"/>
    <p:sldId id="261" r:id="rId4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69"/>
    <p:restoredTop sz="94681"/>
  </p:normalViewPr>
  <p:slideViewPr>
    <p:cSldViewPr snapToGrid="0">
      <p:cViewPr varScale="1">
        <p:scale>
          <a:sx n="105" d="100"/>
          <a:sy n="105" d="100"/>
        </p:scale>
        <p:origin x="21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84BA6-B214-494D-954D-507A3C3B8203}" type="datetimeFigureOut">
              <a:rPr lang="en-HR" smtClean="0"/>
              <a:t>19.05.2026.</a:t>
            </a:fld>
            <a:endParaRPr lang="en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DF7D4-FB36-B64C-9B61-30DAB2FBEA9B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31780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3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9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1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2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3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3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0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8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4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3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87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95677-AE8F-3C64-2818-EDDF0C3C7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GB" dirty="0"/>
              <a:t>3. </a:t>
            </a:r>
            <a:r>
              <a:rPr lang="en-GB" dirty="0" err="1"/>
              <a:t>labos</a:t>
            </a:r>
            <a:br>
              <a:rPr lang="en-GB" dirty="0"/>
            </a:br>
            <a:br>
              <a:rPr lang="en-GB" dirty="0"/>
            </a:br>
            <a:r>
              <a:rPr lang="en-GB" sz="3600" dirty="0" err="1"/>
              <a:t>apache</a:t>
            </a:r>
            <a:r>
              <a:rPr lang="en-GB" sz="3600" dirty="0"/>
              <a:t> </a:t>
            </a:r>
            <a:r>
              <a:rPr lang="en-GB" sz="3600" dirty="0" err="1"/>
              <a:t>http</a:t>
            </a:r>
            <a:r>
              <a:rPr lang="en-GB" dirty="0" err="1"/>
              <a:t>S</a:t>
            </a:r>
            <a:r>
              <a:rPr lang="en-GB" sz="3600" dirty="0"/>
              <a:t> </a:t>
            </a:r>
            <a:br>
              <a:rPr lang="en-GB" sz="3600" dirty="0"/>
            </a:br>
            <a:r>
              <a:rPr lang="en-GB" sz="3600" dirty="0"/>
              <a:t>server</a:t>
            </a:r>
            <a:endParaRPr lang="en-H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0654C8F-F495-0AB9-1FAD-D2833F698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9" r="40706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7F5C3151-F034-DFB4-30CF-AE57CCA13D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1B01A-6249-740B-0245-4C97A377B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305" y="0"/>
            <a:ext cx="6439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8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801908-9DBD-B8A9-FF6C-9F6ED2DD3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2958" y="168534"/>
            <a:ext cx="8126083" cy="652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7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F4E3C1-6A99-07BF-5AE6-555A5505D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143" y="1168672"/>
            <a:ext cx="10443713" cy="488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78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2957</TotalTime>
  <Words>9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Calisto MT</vt:lpstr>
      <vt:lpstr>Univers Condensed</vt:lpstr>
      <vt:lpstr>ChronicleVTI</vt:lpstr>
      <vt:lpstr>3. labos  apache httpS  server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Ivošić</dc:creator>
  <cp:lastModifiedBy>Dominik Ivošić</cp:lastModifiedBy>
  <cp:revision>15</cp:revision>
  <dcterms:created xsi:type="dcterms:W3CDTF">2026-03-29T09:52:00Z</dcterms:created>
  <dcterms:modified xsi:type="dcterms:W3CDTF">2026-05-19T10:14:33Z</dcterms:modified>
</cp:coreProperties>
</file>