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62" r:id="rId2"/>
    <p:sldId id="263" r:id="rId3"/>
    <p:sldId id="264" r:id="rId4"/>
    <p:sldId id="265" r:id="rId5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83"/>
    <p:restoredTop sz="94681"/>
  </p:normalViewPr>
  <p:slideViewPr>
    <p:cSldViewPr snapToGrid="0">
      <p:cViewPr varScale="1">
        <p:scale>
          <a:sx n="101" d="100"/>
          <a:sy n="101" d="100"/>
        </p:scale>
        <p:origin x="20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84BA6-B214-494D-954D-507A3C3B8203}" type="datetimeFigureOut">
              <a:rPr lang="en-HR" smtClean="0"/>
              <a:t>10.06.2026.</a:t>
            </a:fld>
            <a:endParaRPr lang="en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DF7D4-FB36-B64C-9B61-30DAB2FBEA9B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31780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3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9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1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2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3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3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0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8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4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3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87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7A6C-E583-F013-3D5A-47C41E5D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R" dirty="0"/>
              <a:t>1. Socket komunikacija i razmjena RSA ključeva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12FC-B362-CD7C-1A41-D3104DD83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Postavite socket komunikaciju između klijenta i poslužitelja na 127.0.0.1:65432.</a:t>
            </a:r>
          </a:p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Klijent i poslužitelj neka generiraju svaki svoj RSA par ključeva (2048 bita) koristeći cryptography modul.</a:t>
            </a:r>
          </a:p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Klijent šalje svoj javni ključ poslužitelju, a poslužitelj šalje svoj javni ključ klijentu.</a:t>
            </a:r>
          </a:p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 strane neka ispišu u terminalu primljeni javni ključ u PEM formatu.</a:t>
            </a:r>
          </a:p>
          <a:p>
            <a:endParaRPr lang="en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479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DFEA-C85E-D66D-D1A8-E6CF7B68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R" dirty="0"/>
              <a:t>2. Sigurna razmjena AES ključa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B2C3C-8C96-8261-DCD1-34F2C3258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Klijent neka generira AES-256 ključ.</a:t>
            </a:r>
          </a:p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Klijent šifrira AES ključ koristeći javni RSA ključ poslužitelja (OAEP padding sa SHA-256) te ga šalje poslužitelju.</a:t>
            </a:r>
          </a:p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Poslužitelj dekriptira AES ključ svojim privatnim ključem i ispisuje ga u hex formatu.</a:t>
            </a:r>
          </a:p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Poslužitelj šalje klijentu potvrdu "AES ključ primljen" šifriranu AES-om u CBC načinu.</a:t>
            </a:r>
          </a:p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Klijent dekriptira potvrdu i ispisuje je.</a:t>
            </a:r>
          </a:p>
          <a:p>
            <a:endParaRPr lang="en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985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0F48-A53E-90A7-3253-5BDAF5FE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R" dirty="0"/>
              <a:t>3. Šifrirana komunikacija s provjerom integriteta </a:t>
            </a:r>
            <a:br>
              <a:rPr lang="en-HR" dirty="0"/>
            </a:br>
            <a:endParaRPr lang="en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46BF8-697D-F5DD-3BB1-035EC5F82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Koristeći dogovoreni AES ključ iz prijašnjeg zadatka , implementirajte razmjenu poruka:</a:t>
            </a:r>
          </a:p>
          <a:p>
            <a:pPr lvl="1"/>
            <a:r>
              <a:rPr lang="en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Sve poruke moraju biti šifrirane AES-om u CBC načinu s PKCS#7 paddingom.</a:t>
            </a:r>
          </a:p>
          <a:p>
            <a:pPr lvl="1"/>
            <a:r>
              <a:rPr lang="en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Klijent šalje poruku "Ovo je tajna poruka".</a:t>
            </a:r>
          </a:p>
          <a:p>
            <a:pPr lvl="1"/>
            <a:r>
              <a:rPr lang="en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Poslužitelj dekriptira poruku, ispisuje je, te odgovara s "Poruka primljena".</a:t>
            </a:r>
          </a:p>
          <a:p>
            <a:pPr lvl="1"/>
            <a:r>
              <a:rPr lang="en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Klijent dekriptira odgovor i ispisuje ga.</a:t>
            </a:r>
          </a:p>
          <a:p>
            <a:pPr lvl="1"/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642079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3C40-9981-4818-5FB8-8A6B553F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R" dirty="0"/>
              <a:t>4. HMAC verifikacija integriteta</a:t>
            </a:r>
            <a:br>
              <a:rPr lang="en-HR" dirty="0"/>
            </a:br>
            <a:endParaRPr lang="en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A621-D218-61C0-0C17-559FB0AC0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Proširite komunikaciju </a:t>
            </a:r>
            <a:r>
              <a:rPr lang="en-HR">
                <a:latin typeface="Times New Roman" panose="02020603050405020304" pitchFamily="18" charset="0"/>
                <a:cs typeface="Times New Roman" panose="02020603050405020304" pitchFamily="18" charset="0"/>
              </a:rPr>
              <a:t>iz prijašnjeg </a:t>
            </a:r>
            <a:r>
              <a:rPr lang="en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zadatka dodavanjem HMAC provjere:</a:t>
            </a:r>
          </a:p>
          <a:p>
            <a:pPr lvl="1"/>
            <a:r>
              <a:rPr lang="en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Uz svaku šifriranu poruku pošaljite i HMAC (SHA-256) izračunat nad šifriranim tekstom, koristeći AES ključ kao HMAC ključ.</a:t>
            </a:r>
          </a:p>
          <a:p>
            <a:pPr lvl="1"/>
            <a:r>
              <a:rPr lang="en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 slanja: prvo se šalje HMAC (32 bajta), a zatim šifrirani tekst.</a:t>
            </a:r>
          </a:p>
          <a:p>
            <a:pPr lvl="1"/>
            <a:r>
              <a:rPr lang="en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Primatelj neka prvo provjeri HMAC, pa tek onda dekriptira poruku.</a:t>
            </a:r>
          </a:p>
          <a:p>
            <a:pPr lvl="1"/>
            <a:r>
              <a:rPr lang="en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Ako HMAC ne odgovara, neka se ispiše "Integritet narušen!" i veza se prekida.</a:t>
            </a:r>
          </a:p>
          <a:p>
            <a:pPr lvl="1"/>
            <a:r>
              <a:rPr lang="en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Ako HMAC odgovara, neka se ispiše "HMAC provjera uspješna." prije ispisa de-kriptirane poruke.</a:t>
            </a:r>
          </a:p>
          <a:p>
            <a:endParaRPr lang="en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67149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2964</TotalTime>
  <Words>296</Words>
  <Application>Microsoft Macintosh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Calisto MT</vt:lpstr>
      <vt:lpstr>Times New Roman</vt:lpstr>
      <vt:lpstr>Univers Condensed</vt:lpstr>
      <vt:lpstr>ChronicleVTI</vt:lpstr>
      <vt:lpstr>1. Socket komunikacija i razmjena RSA ključeva </vt:lpstr>
      <vt:lpstr>2. Sigurna razmjena AES ključa</vt:lpstr>
      <vt:lpstr>3. Šifrirana komunikacija s provjerom integriteta  </vt:lpstr>
      <vt:lpstr>4. HMAC verifikacija integriteta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Ivošić</dc:creator>
  <cp:lastModifiedBy>Dominik Ivošić</cp:lastModifiedBy>
  <cp:revision>19</cp:revision>
  <dcterms:created xsi:type="dcterms:W3CDTF">2026-03-29T09:52:00Z</dcterms:created>
  <dcterms:modified xsi:type="dcterms:W3CDTF">2026-06-10T12:28:45Z</dcterms:modified>
</cp:coreProperties>
</file>