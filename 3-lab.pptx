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60" r:id="rId3"/>
    <p:sldId id="261" r:id="rId4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/>
    <p:restoredTop sz="94681"/>
  </p:normalViewPr>
  <p:slideViewPr>
    <p:cSldViewPr snapToGrid="0">
      <p:cViewPr varScale="1">
        <p:scale>
          <a:sx n="78" d="100"/>
          <a:sy n="78" d="100"/>
        </p:scale>
        <p:origin x="17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84BA6-B214-494D-954D-507A3C3B8203}" type="datetimeFigureOut">
              <a:rPr lang="en-HR" smtClean="0"/>
              <a:t>12.05.2026.</a:t>
            </a:fld>
            <a:endParaRPr lang="en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DF7D4-FB36-B64C-9B61-30DAB2FBEA9B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31780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3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9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1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2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3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3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0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8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4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87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95677-AE8F-3C64-2818-EDDF0C3C7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GB" dirty="0"/>
              <a:t>3</a:t>
            </a:r>
            <a:r>
              <a:rPr lang="en-GB"/>
              <a:t>. </a:t>
            </a:r>
            <a:r>
              <a:rPr lang="en-GB" dirty="0" err="1"/>
              <a:t>labos</a:t>
            </a:r>
            <a:br>
              <a:rPr lang="en-GB" dirty="0"/>
            </a:br>
            <a:br>
              <a:rPr lang="en-GB" dirty="0"/>
            </a:br>
            <a:r>
              <a:rPr lang="en-GB" sz="3600" dirty="0" err="1"/>
              <a:t>apache</a:t>
            </a:r>
            <a:r>
              <a:rPr lang="en-GB" sz="3600" dirty="0"/>
              <a:t> http </a:t>
            </a:r>
            <a:br>
              <a:rPr lang="en-GB" sz="3600" dirty="0"/>
            </a:br>
            <a:r>
              <a:rPr lang="en-GB" sz="3600" dirty="0"/>
              <a:t>server</a:t>
            </a:r>
            <a:endParaRPr lang="en-H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0654C8F-F495-0AB9-1FAD-D2833F698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9" r="40706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7F5C3151-F034-DFB4-30CF-AE57CCA13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356858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3C4AF9-1E5B-F2DE-0B55-6C371AFEF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34" b="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7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06DA-080C-893A-3A25-66C4729EC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8BA8D5-7E73-9DB0-4F69-5F44F5BB4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271" y="466827"/>
            <a:ext cx="11005457" cy="547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78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2949</TotalTime>
  <Words>9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Calisto MT</vt:lpstr>
      <vt:lpstr>Univers Condensed</vt:lpstr>
      <vt:lpstr>ChronicleVTI</vt:lpstr>
      <vt:lpstr>3. labos  apache http  server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Ivošić</dc:creator>
  <cp:lastModifiedBy>Dominik Ivošić</cp:lastModifiedBy>
  <cp:revision>14</cp:revision>
  <dcterms:created xsi:type="dcterms:W3CDTF">2026-03-29T09:52:00Z</dcterms:created>
  <dcterms:modified xsi:type="dcterms:W3CDTF">2026-05-12T10:55:15Z</dcterms:modified>
</cp:coreProperties>
</file>